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2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00225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B6D4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AI HACKATHON EVALUATOR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Automating the Future of Competition Judging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28289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855F7"/>
                </a:solidFill>
              </a:rPr>
              <a:t>_______________________________________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2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The 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Manual Evaluation Inefficiency: Slow and labor-intensive judging for large events.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Subjectivity &amp; Bias: Human judges may have inconsistent scoring metrics.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Lack of Real-time Insight: Participants stay in the dark about their progress.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Complexity in Technical Review: Hard to verify code quality and performance manually.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2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Proposed Solution: AI-Judge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Gemini AI Integration: Automated analysis of GitHub repos and live URLs.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Multi-Pillar Scoring: Evaluation across UI, Tech Depth, Innovation, and Speed.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Live Leaderboards: Real-time ranking updates using WebSockets.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Automated Feedback: Instant strengths and improvement tips for every team.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2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Core Architecture &amp; 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</a:rPr>
              <a:t>Frontend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React + Vite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TypeScript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Tailwind CSS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Framer Motion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</a:rPr>
              <a:t>Backend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0" y="21031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Node.js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Express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Socket.io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Multer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</a:rPr>
              <a:t>Intelligence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Google Gemini AI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MongoDB / SQLite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JWT Auth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2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Q&amp;A Session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2026-03-10T03:27:50Z</dcterms:created>
  <dcterms:modified xsi:type="dcterms:W3CDTF">2026-03-10T03:27:50Z</dcterms:modified>
</cp:coreProperties>
</file>